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69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15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numCache>
            </c:numRef>
          </c:val>
        </c:ser>
        <c:gapWidth val="150"/>
        <c:overlap val="0"/>
        <c:axId val="71006885"/>
        <c:axId val="92473483"/>
      </c:barChart>
      <c:catAx>
        <c:axId val="71006885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2473483"/>
        <c:crosses val="autoZero"/>
        <c:auto val="1"/>
        <c:lblAlgn val="ctr"/>
        <c:lblOffset val="100"/>
        <c:noMultiLvlLbl val="0"/>
      </c:catAx>
      <c:valAx>
        <c:axId val="92473483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100688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A3D960B-D0C0-44A8-89B7-31D317B07D6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 everyone.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C12F16E-8B50-4811-863F-4F7C208B448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60ED32-94AC-4B0A-AC50-6A664917FA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FC7C56-7E26-4032-82A7-922B043B63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84C624-949B-491B-A6FA-1EA3B92689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6B40EF7-2EBD-4737-B08D-BB703F0D0D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0F138FA-3F88-4084-A747-C380EE6E00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88C623B-9C72-48EE-94C3-E8AE8927FA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12C4F42-5A38-4D53-9F5B-E7322E7989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3CB7192-E015-400F-99C8-B8FBB66FD2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9759E0B-94C7-4139-AC64-8AD10E4A5A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458B178-8B89-42C1-99D7-8F49EA3308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455E7BD-9802-497A-9EBD-462E29EDA8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7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8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9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0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1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B8518B-CAAA-49DB-960C-E86D4BA42A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5133F0-659B-4E09-AF4E-E7AEC04B69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C4DE37-CEEE-4101-ABBF-2C9CE0579A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A83384-E32B-4DE1-B0D4-485CBAB90F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0EF765-4E38-405E-B9A8-951429C0B7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F6422D-1E14-4FFA-AA2A-14C29F06E0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D8164A-F0BD-4976-AADB-4522AAF414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091A95-675F-41C4-B210-1400C11BD3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A16EE0-13E5-4484-9EBB-DACA29E5D3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3C486F-E7CC-4E24-A85F-A117BBBEB1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spcBef>
                <a:spcPts val="281"/>
              </a:spcBef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0" algn="l" defTabSz="457200">
              <a:spcBef>
                <a:spcPts val="28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B1E93D-1DB7-4E53-A8A5-6316E5665D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Quarterly review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October 2026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Highlights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Revenue up 12%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New office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Bold 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and red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457200" y="457200"/>
            <a:ext cx="2742840" cy="1371240"/>
          </a:xfrm>
          <a:prstGeom prst="rect">
            <a:avLst/>
          </a:prstGeom>
          <a:solidFill>
            <a:srgbClr val="1F4E78"/>
          </a:solidFill>
          <a:ln w="25560">
            <a:solidFill>
              <a:srgbClr val="00000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Boxed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Oval 2"/>
          <p:cNvSpPr/>
          <p:nvPr/>
        </p:nvSpPr>
        <p:spPr>
          <a:xfrm rot="1800000">
            <a:off x="3657600" y="456840"/>
            <a:ext cx="1828440" cy="1828440"/>
          </a:xfrm>
          <a:prstGeom prst="ellipse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8000000"/>
          </a:gra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ight Arrow 3"/>
          <p:cNvSpPr/>
          <p:nvPr/>
        </p:nvSpPr>
        <p:spPr>
          <a:xfrm>
            <a:off x="5943600" y="457200"/>
            <a:ext cx="1828440" cy="91404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457200" y="2286000"/>
            <a:ext cx="3061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A text box in Courier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5" descr="dot.png"/>
          <p:cNvPicPr/>
          <p:nvPr/>
        </p:nvPicPr>
        <p:blipFill>
          <a:blip r:embed="rId1"/>
          <a:stretch/>
        </p:blipFill>
        <p:spPr>
          <a:xfrm>
            <a:off x="8229600" y="45720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90" name="Table 6"/>
          <p:cNvGraphicFramePr/>
          <p:nvPr/>
        </p:nvGraphicFramePr>
        <p:xfrm>
          <a:off x="457200" y="3657600"/>
          <a:ext cx="5486040" cy="13712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Chart 7"/>
          <p:cNvGraphicFramePr/>
          <p:nvPr/>
        </p:nvGraphicFramePr>
        <p:xfrm>
          <a:off x="6400800" y="2743200"/>
          <a:ext cx="4571640" cy="3200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Backup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LibreOffice/26.2.2.2$Linux_X86_64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