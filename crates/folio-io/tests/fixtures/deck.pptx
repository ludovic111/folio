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pPr lvl="1"/>
            <a:r>
              <a:t>New office</a:t>
            </a:r>
          </a:p>
          <a:p>
            <a:r>
              <a:rPr b="1"/>
              <a:t>Bold </a:t>
            </a:r>
            <a:r>
              <a:rPr i="1" sz="2800">
                <a:solidFill>
                  <a:srgbClr val="C00000"/>
                </a:solidFill>
              </a:rPr>
              <a:t>and 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2743200" cy="1371600"/>
          </a:xfrm>
          <a:prstGeom prst="rect">
            <a:avLst/>
          </a:prstGeom>
          <a:solidFill>
            <a:srgbClr val="1F4E7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Boxed</a:t>
            </a:r>
          </a:p>
        </p:txBody>
      </p:sp>
      <p:sp>
        <p:nvSpPr>
          <p:cNvPr id="3" name="Oval 2"/>
          <p:cNvSpPr/>
          <p:nvPr/>
        </p:nvSpPr>
        <p:spPr>
          <a:xfrm rot="1800000">
            <a:off x="3657600" y="457200"/>
            <a:ext cx="1828800" cy="18288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5943600" y="4572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latin typeface="Courier New"/>
              </a:rPr>
              <a:t>A text box in Courier</a:t>
            </a:r>
          </a:p>
        </p:txBody>
      </p:sp>
      <p:pic>
        <p:nvPicPr>
          <p:cNvPr id="6" name="Picture 5" descr="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914400" cy="9144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576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0" y="2743200"/>
          <a:ext cx="45720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